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2560320"/>
            <a:ext cx="109728" cy="128016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5296B"/>
                </a:solidFill>
                <a:latin typeface="Calibri"/>
              </a:rPr>
              <a:t>Talk Title Goes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A concise subtitle or one-line abstract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14400" y="4572000"/>
            <a:ext cx="1691640" cy="0"/>
          </a:xfrm>
          <a:prstGeom prst="line">
            <a:avLst/>
          </a:prstGeom>
          <a:ln w="1905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Speaker Name  ·  Affiliation  ·  Month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364327" y="2263140"/>
            <a:ext cx="1463040" cy="54864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583180"/>
            <a:ext cx="1219169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15296B"/>
                </a:solidFill>
                <a:latin typeface="Calibri"/>
              </a:rPr>
              <a:t>Talk Title Goes 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954780"/>
            <a:ext cx="1219169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A concise subtitle or one-line abstract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90007" y="4777740"/>
            <a:ext cx="2011680" cy="0"/>
          </a:xfrm>
          <a:prstGeom prst="line">
            <a:avLst/>
          </a:prstGeom>
          <a:ln w="1905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96062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1F1F"/>
                </a:solidFill>
                <a:latin typeface="Calibri"/>
              </a:rPr>
              <a:t>Speaker Name  ·  Affiliation  ·  Month Year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0"/>
            <a:ext cx="79123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1F3A93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5296B"/>
                </a:solidFill>
                <a:latin typeface="Calibri"/>
              </a:rPr>
              <a:t>Section heading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68680" y="2880360"/>
            <a:ext cx="164592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600" b="1" i="0">
                <a:solidFill>
                  <a:srgbClr val="1F3A93"/>
                </a:solidFill>
                <a:latin typeface="Calibri"/>
              </a:rPr>
              <a:t>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3108960"/>
            <a:ext cx="0" cy="822960"/>
          </a:xfrm>
          <a:prstGeom prst="line">
            <a:avLst/>
          </a:prstGeom>
          <a:ln w="127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80360" y="288036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600" b="1" i="0">
                <a:solidFill>
                  <a:srgbClr val="15296B"/>
                </a:solidFill>
                <a:latin typeface="Calibri"/>
              </a:rPr>
              <a:t>Section heading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2062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555555"/>
                </a:solidFill>
                <a:latin typeface="Calibri"/>
              </a:rPr>
              <a:t>An optional one-line summary of this section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0"/>
            <a:ext cx="79123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1F3A93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5296B"/>
                </a:solidFill>
                <a:latin typeface="Calibri"/>
              </a:rPr>
              <a:t>Slide title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4360" y="1280160"/>
            <a:ext cx="11185855" cy="5074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Lead with the main claim — what the reader should take away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Supporting detail, ideally a number or concrete example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A second supporting point that extends the first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A fourth line of room — titles live in the header, so the body breathes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1F1F"/>
                </a:solidFill>
                <a:latin typeface="Calibri"/>
              </a:rPr>
              <a:t>•  Edge case, caveat, or the one thing not to forget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46520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Footer / citation / page note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0"/>
            <a:ext cx="7912381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1">
                <a:solidFill>
                  <a:srgbClr val="1F3A93"/>
                </a:solidFill>
                <a:latin typeface="Calibri"/>
              </a:rPr>
              <a:t>Now:  </a:t>
            </a:r>
            <a:r>
              <a:rPr sz="2600" b="1" i="1">
                <a:solidFill>
                  <a:srgbClr val="15296B"/>
                </a:solidFill>
                <a:latin typeface="Calibri"/>
              </a:rPr>
              <a:t>Slide title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94360" y="1280160"/>
            <a:ext cx="5486400" cy="5120640"/>
          </a:xfrm>
          <a:prstGeom prst="rect">
            <a:avLst/>
          </a:prstGeom>
          <a:noFill/>
          <a:ln w="6350">
            <a:solidFill>
              <a:srgbClr val="1F3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486400" cy="5120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0" i="1">
                <a:solidFill>
                  <a:srgbClr val="555555"/>
                </a:solidFill>
                <a:latin typeface="Calibri"/>
              </a:rPr>
              <a:t>[ figure / diagram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280160"/>
            <a:ext cx="5242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5296B"/>
                </a:solidFill>
                <a:latin typeface="Calibri"/>
              </a:rPr>
              <a:t>Caption or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5242255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Explain what the figure shows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Call out the one feature worth noting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F1F1F"/>
                </a:solidFill>
                <a:latin typeface="Calibri"/>
              </a:rPr>
              <a:t>•  Relate it back to the slide's main point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2880360"/>
            <a:ext cx="109728" cy="1463040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91440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5296B"/>
                </a:solidFill>
                <a:latin typeface="Calibri"/>
              </a:rPr>
              <a:t>Thank you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14400" y="4343400"/>
            <a:ext cx="1691640" cy="0"/>
          </a:xfrm>
          <a:prstGeom prst="line">
            <a:avLst/>
          </a:prstGeom>
          <a:ln w="1905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14400" y="45262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55555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3492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1F1F"/>
                </a:solidFill>
                <a:latin typeface="Calibri"/>
              </a:rPr>
              <a:t>speaker@kcl.ac.uk  ·  kclnlp.github.io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81" y="205740"/>
            <a:ext cx="873549" cy="548640"/>
          </a:xfrm>
          <a:prstGeom prst="rect">
            <a:avLst/>
          </a:prstGeom>
        </p:spPr>
      </p:pic>
      <p:pic>
        <p:nvPicPr>
          <p:cNvPr id="3" name="Picture 2" descr="KCLN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897" y="205740"/>
            <a:ext cx="603709" cy="548640"/>
          </a:xfrm>
          <a:prstGeom prst="rect">
            <a:avLst/>
          </a:prstGeom>
        </p:spPr>
      </p:pic>
      <p:pic>
        <p:nvPicPr>
          <p:cNvPr id="4" name="Picture 3" descr="Al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7774" y="205740"/>
            <a:ext cx="1302442" cy="54864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25400">
            <a:solidFill>
              <a:srgbClr val="1F3A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272887" y="2354580"/>
            <a:ext cx="1645920" cy="54864"/>
          </a:xfrm>
          <a:prstGeom prst="rect">
            <a:avLst/>
          </a:prstGeom>
          <a:solidFill>
            <a:srgbClr val="1F3A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2674620"/>
            <a:ext cx="12191695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600" b="1" i="0">
                <a:solidFill>
                  <a:srgbClr val="15296B"/>
                </a:solidFill>
                <a:latin typeface="Calibri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748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0" i="1">
                <a:solidFill>
                  <a:srgbClr val="555555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96062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0">
                <a:solidFill>
                  <a:srgbClr val="1F1F1F"/>
                </a:solidFill>
                <a:latin typeface="Calibri"/>
              </a:rPr>
              <a:t>speaker@kcl.ac.uk  ·  kclnlp.github.io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