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254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1F3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5296B"/>
                </a:solidFill>
                <a:latin typeface="Calibri"/>
              </a:rPr>
              <a:t>Talk Title Goes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libri"/>
              </a:rPr>
              <a:t>A concise subtitle or one-line abstract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254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364327" y="2263140"/>
            <a:ext cx="1463040" cy="54864"/>
          </a:xfrm>
          <a:prstGeom prst="rect">
            <a:avLst/>
          </a:prstGeom>
          <a:solidFill>
            <a:srgbClr val="1F3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58318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>
                <a:solidFill>
                  <a:srgbClr val="15296B"/>
                </a:solidFill>
                <a:latin typeface="Calibri"/>
              </a:rPr>
              <a:t>Talk Title Goes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9547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555555"/>
                </a:solidFill>
                <a:latin typeface="Calibri"/>
              </a:rPr>
              <a:t>A concise subtitle or one-line abstract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90007" y="4777740"/>
            <a:ext cx="2011680" cy="0"/>
          </a:xfrm>
          <a:prstGeom prst="line">
            <a:avLst/>
          </a:prstGeom>
          <a:ln w="1905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0" y="49606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0"/>
            <a:ext cx="79123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1F3A93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5296B"/>
                </a:solidFill>
                <a:latin typeface="Calibri"/>
              </a:rPr>
              <a:t>Section heading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254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8680" y="28803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 i="0">
                <a:solidFill>
                  <a:srgbClr val="1F3A93"/>
                </a:solidFill>
                <a:latin typeface="Calibri"/>
              </a:rPr>
              <a:t>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6040" y="3108960"/>
            <a:ext cx="0" cy="822960"/>
          </a:xfrm>
          <a:prstGeom prst="line">
            <a:avLst/>
          </a:prstGeom>
          <a:ln w="127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880360" y="2880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5296B"/>
                </a:solidFill>
                <a:latin typeface="Calibri"/>
              </a:rPr>
              <a:t>Section heading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42062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  <a:latin typeface="Calibri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0"/>
            <a:ext cx="79123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1F3A93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5296B"/>
                </a:solidFill>
                <a:latin typeface="Calibri"/>
              </a:rPr>
              <a:t>Slide title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254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Edge case, caveat, or the one thing not to forget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465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0"/>
            <a:ext cx="79123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1F3A93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5296B"/>
                </a:solidFill>
                <a:latin typeface="Calibri"/>
              </a:rPr>
              <a:t>Slide title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254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1F3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555555"/>
                </a:solidFill>
                <a:latin typeface="Calibri"/>
              </a:rPr>
              <a:t>[ figure / diagram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5296B"/>
                </a:solidFill>
                <a:latin typeface="Calibri"/>
              </a:rPr>
              <a:t>Caption or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254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1F3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5296B"/>
                </a:solidFill>
                <a:latin typeface="Calibri"/>
              </a:rPr>
              <a:t>Thank you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45262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25400">
            <a:solidFill>
              <a:srgbClr val="1F3A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272887" y="2354580"/>
            <a:ext cx="1645920" cy="54864"/>
          </a:xfrm>
          <a:prstGeom prst="rect">
            <a:avLst/>
          </a:prstGeom>
          <a:solidFill>
            <a:srgbClr val="1F3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67462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0" b="1" i="0">
                <a:solidFill>
                  <a:srgbClr val="15296B"/>
                </a:solidFill>
                <a:latin typeface="Calibr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2748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555555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96062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