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 Title Slide">
    <p:bg>
      <p:bgPr>
        <a:solidFill>
          <a:srgbClr val="F6B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7498079" y="731520"/>
            <a:ext cx="4114800" cy="5394960"/>
          </a:xfrm>
          <a:prstGeom prst="rect">
            <a:avLst/>
          </a:prstGeom>
          <a:solidFill>
            <a:srgbClr val="F7EDE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"/>
          <p:cNvSpPr/>
          <p:nvPr/>
        </p:nvSpPr>
        <p:spPr>
          <a:xfrm>
            <a:off x="7315200" y="548640"/>
            <a:ext cx="457200" cy="457200"/>
          </a:xfrm>
          <a:prstGeom prst="rect">
            <a:avLst/>
          </a:prstGeom>
          <a:solidFill>
            <a:srgbClr val="F0716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"/>
          <p:cNvSpPr/>
          <p:nvPr/>
        </p:nvSpPr>
        <p:spPr>
          <a:xfrm>
            <a:off x="11521440" y="5943600"/>
            <a:ext cx="274320" cy="274320"/>
          </a:xfrm>
          <a:prstGeom prst="rect">
            <a:avLst/>
          </a:prstGeom>
          <a:solidFill>
            <a:srgbClr val="84A59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KC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51560"/>
            <a:ext cx="1476102" cy="731520"/>
          </a:xfrm>
          <a:prstGeom prst="rect">
            <a:avLst/>
          </a:prstGeom>
        </p:spPr>
      </p:pic>
      <p:pic>
        <p:nvPicPr>
          <p:cNvPr id="6" name="KCL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011680"/>
            <a:ext cx="802312" cy="731520"/>
          </a:xfrm>
          <a:prstGeom prst="rect">
            <a:avLst/>
          </a:prstGeom>
        </p:spPr>
      </p:pic>
      <p:pic>
        <p:nvPicPr>
          <p:cNvPr id="7" name="A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971800"/>
            <a:ext cx="1711012" cy="731520"/>
          </a:xfrm>
          <a:prstGeom prst="rect">
            <a:avLst/>
          </a:prstGeom>
        </p:spPr>
      </p:pic>
      <p:sp>
        <p:nvSpPr>
          <p:cNvPr id="8" name="TextBox"/>
          <p:cNvSpPr txBox="1"/>
          <p:nvPr/>
        </p:nvSpPr>
        <p:spPr>
          <a:xfrm>
            <a:off x="7680960" y="56692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 marL="0" indent="0">
              <a:buNone/>
            </a:pPr>
            <a:r>
              <a:rPr lang="en-US" sz="1200" b="1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9" name="Title"/>
          <p:cNvSpPr>
            <a:spLocks noGrp="1"/>
          </p:cNvSpPr>
          <p:nvPr>
            <p:ph type="ctrTitle" idx="0"/>
          </p:nvPr>
        </p:nvSpPr>
        <p:spPr>
          <a:xfrm>
            <a:off x="685800" y="2011680"/>
            <a:ext cx="6675120" cy="2103120"/>
          </a:xfrm>
          <a:prstGeom prst="rect">
            <a:avLst/>
          </a:prstGeom>
        </p:spPr>
        <p:txBody>
          <a:bodyPr wrap="square" anchor="b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5400" b="1" dirty="0">
                <a:solidFill>
                  <a:srgbClr val="2B2B2B"/>
                </a:solidFill>
                <a:latin typeface="Aptos Display"/>
                <a:ea typeface="等线 Light"/>
              </a:rPr>
              <a:t>Presentation Title</a:t>
            </a:r>
          </a:p>
        </p:txBody>
      </p:sp>
      <p:sp>
        <p:nvSpPr>
          <p:cNvPr id="10" name="Subtitle"/>
          <p:cNvSpPr>
            <a:spLocks noGrp="1"/>
          </p:cNvSpPr>
          <p:nvPr>
            <p:ph type="subTitle" idx="1"/>
          </p:nvPr>
        </p:nvSpPr>
        <p:spPr>
          <a:xfrm>
            <a:off x="685800" y="4160520"/>
            <a:ext cx="6675120" cy="82296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2200" b="0" dirty="0">
                <a:solidFill>
                  <a:srgbClr val="F07167"/>
                </a:solidFill>
                <a:latin typeface="Aptos"/>
                <a:ea typeface="等线"/>
              </a:rPr>
              <a:t>A concise, descriptive subtitle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5800" y="5120640"/>
            <a:ext cx="66751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600" b="0" i="0" dirty="0">
                <a:solidFill>
                  <a:srgbClr val="6B6B6B"/>
                </a:solidFill>
                <a:latin typeface="Aptos"/>
                <a:ea typeface="等线"/>
              </a:rPr>
              <a:t>Speaker Name · 2026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4 Content — Single Column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>
            <p:ph type="title" idx="0"/>
          </p:nvPr>
        </p:nvSpPr>
        <p:spPr>
          <a:xfrm>
            <a:off x="822960" y="457200"/>
            <a:ext cx="10515600" cy="82296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Aptos Display"/>
                <a:ea typeface="等线 Light"/>
              </a:rPr>
              <a:t>Slide Title</a:t>
            </a:r>
          </a:p>
        </p:txBody>
      </p:sp>
      <p:cxnSp>
        <p:nvCxnSpPr>
          <p:cNvPr id="4" name="Line"/>
          <p:cNvCxnSpPr/>
          <p:nvPr/>
        </p:nvCxnSpPr>
        <p:spPr>
          <a:xfrm flipH="0" flipV="0">
            <a:off x="868680" y="1280160"/>
            <a:ext cx="114300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5" name="Body"/>
          <p:cNvSpPr>
            <a:spLocks noGrp="1"/>
          </p:cNvSpPr>
          <p:nvPr>
            <p:ph type="body" idx="1"/>
          </p:nvPr>
        </p:nvSpPr>
        <p:spPr>
          <a:xfrm>
            <a:off x="822960" y="1554480"/>
            <a:ext cx="10515600" cy="457200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2000" b="0" dirty="0">
                <a:solidFill>
                  <a:srgbClr val="2B2B2B"/>
                </a:solidFill>
                <a:latin typeface="Aptos"/>
                <a:ea typeface="等线"/>
              </a:rPr>
              <a:t>Click to add body text.</a:t>
            </a:r>
          </a:p>
        </p:txBody>
      </p:sp>
      <p:pic>
        <p:nvPicPr>
          <p:cNvPr id="6" name="KCLNL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7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</p:spPr>
        <p:txBody>
          <a:bodyPr anchor="ctr" lIns="0" rIns="0" tIns="0" bIns="0"/>
          <a:lstStyle>
            <a:lvl1pPr algn="r" marL="0" indent="0">
              <a:buNone/>
            </a:lvl1pPr>
          </a:lstStyle>
          <a:p>
            <a:pPr algn="r" marL="0" indent="0">
              <a:buNone/>
            </a:pPr>
            <a:fld id="{B0C7D12E-1234-5678-90AB-CDEF01234567}" type="slidenum">
              <a:rPr lang="en-US" sz="1000" dirty="0">
                <a:solidFill>
                  <a:srgbClr val="84A59D"/>
                </a:solidFill>
                <a:latin typeface="Aptos"/>
                <a:ea typeface="等线"/>
              </a:rPr>
              <a:t>#</a:t>
            </a:fld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3 Section Divider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"/>
          <p:cNvSpPr/>
          <p:nvPr/>
        </p:nvSpPr>
        <p:spPr>
          <a:xfrm>
            <a:off x="11521440" y="365760"/>
            <a:ext cx="320040" cy="320040"/>
          </a:xfrm>
          <a:prstGeom prst="rect">
            <a:avLst/>
          </a:prstGeom>
          <a:solidFill>
            <a:srgbClr val="84A5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640080" y="2103120"/>
            <a:ext cx="3200400" cy="2011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 marL="0" indent="0">
              <a:buNone/>
            </a:pPr>
            <a:r>
              <a:rPr lang="en-US" sz="14000" b="1" i="0" dirty="0">
                <a:solidFill>
                  <a:srgbClr val="F07167"/>
                </a:solidFill>
                <a:latin typeface="Aptos Display"/>
                <a:ea typeface="等线 Light"/>
              </a:rPr>
              <a:t>02</a:t>
            </a:r>
          </a:p>
        </p:txBody>
      </p:sp>
      <p:sp>
        <p:nvSpPr>
          <p:cNvPr id="5" name="Section Title"/>
          <p:cNvSpPr>
            <a:spLocks noGrp="1"/>
          </p:cNvSpPr>
          <p:nvPr>
            <p:ph type="title" idx="0"/>
          </p:nvPr>
        </p:nvSpPr>
        <p:spPr>
          <a:xfrm>
            <a:off x="4663440" y="2560320"/>
            <a:ext cx="7132320" cy="118872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4400" b="1" dirty="0">
                <a:solidFill>
                  <a:srgbClr val="2B2B2B"/>
                </a:solidFill>
                <a:latin typeface="Aptos Display"/>
                <a:ea typeface="等线 Light"/>
              </a:rPr>
              <a:t>Section Title</a:t>
            </a:r>
          </a:p>
        </p:txBody>
      </p:sp>
      <p:cxnSp>
        <p:nvCxnSpPr>
          <p:cNvPr id="6" name="Line"/>
          <p:cNvCxnSpPr/>
          <p:nvPr/>
        </p:nvCxnSpPr>
        <p:spPr>
          <a:xfrm flipH="0" flipV="0">
            <a:off x="4663440" y="3794760"/>
            <a:ext cx="128016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7" name="Section Lead-in"/>
          <p:cNvSpPr>
            <a:spLocks noGrp="1"/>
          </p:cNvSpPr>
          <p:nvPr>
            <p:ph type="body" idx="1"/>
          </p:nvPr>
        </p:nvSpPr>
        <p:spPr>
          <a:xfrm>
            <a:off x="4663440" y="3931920"/>
            <a:ext cx="7132320" cy="109728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2000" b="0" dirty="0">
                <a:solidFill>
                  <a:srgbClr val="6B6B6B"/>
                </a:solidFill>
                <a:latin typeface="Aptos"/>
                <a:ea typeface="等线"/>
              </a:rPr>
              <a:t>A one-line description of what this section is about.</a:t>
            </a:r>
          </a:p>
        </p:txBody>
      </p:sp>
      <p:pic>
        <p:nvPicPr>
          <p:cNvPr id="8" name="KCLNL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</p:spPr>
        <p:txBody>
          <a:bodyPr anchor="ctr" lIns="0" rIns="0" tIns="0" bIns="0"/>
          <a:lstStyle>
            <a:lvl1pPr algn="r" marL="0" indent="0">
              <a:buNone/>
            </a:lvl1pPr>
          </a:lstStyle>
          <a:p>
            <a:pPr algn="r" marL="0" indent="0">
              <a:buNone/>
            </a:pPr>
            <a:fld id="{B0C7D12E-1234-5678-90AB-CDEF01234567}" type="slidenum">
              <a:rPr lang="en-US" sz="1000" dirty="0">
                <a:solidFill>
                  <a:srgbClr val="84A59D"/>
                </a:solidFill>
                <a:latin typeface="Aptos"/>
                <a:ea typeface="等线"/>
              </a:rPr>
              <a:t>#</a:t>
            </a:fld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 Content — Two Column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"/>
          <p:cNvSpPr/>
          <p:nvPr/>
        </p:nvSpPr>
        <p:spPr>
          <a:xfrm>
            <a:off x="6094476" y="1737360"/>
            <a:ext cx="36576" cy="4389120"/>
          </a:xfrm>
          <a:prstGeom prst="rect">
            <a:avLst/>
          </a:prstGeom>
          <a:solidFill>
            <a:srgbClr val="FCD5C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>
            <a:spLocks noGrp="1"/>
          </p:cNvSpPr>
          <p:nvPr>
            <p:ph type="title" idx="0"/>
          </p:nvPr>
        </p:nvSpPr>
        <p:spPr>
          <a:xfrm>
            <a:off x="822960" y="457200"/>
            <a:ext cx="10515600" cy="82296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Aptos Display"/>
                <a:ea typeface="等线 Light"/>
              </a:rPr>
              <a:t>Slide Title</a:t>
            </a:r>
          </a:p>
        </p:txBody>
      </p:sp>
      <p:cxnSp>
        <p:nvCxnSpPr>
          <p:cNvPr id="5" name="Line"/>
          <p:cNvCxnSpPr/>
          <p:nvPr/>
        </p:nvCxnSpPr>
        <p:spPr>
          <a:xfrm flipH="0" flipV="0">
            <a:off x="868680" y="1280160"/>
            <a:ext cx="114300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6" name="Left Column"/>
          <p:cNvSpPr>
            <a:spLocks noGrp="1"/>
          </p:cNvSpPr>
          <p:nvPr>
            <p:ph type="body" idx="1"/>
          </p:nvPr>
        </p:nvSpPr>
        <p:spPr>
          <a:xfrm>
            <a:off x="822960" y="1737360"/>
            <a:ext cx="5120640" cy="448056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1800" b="0" dirty="0">
                <a:solidFill>
                  <a:srgbClr val="2B2B2B"/>
                </a:solidFill>
                <a:latin typeface="Aptos"/>
                <a:ea typeface="等线"/>
              </a:rPr>
              <a:t>Left column — context, motivation, or first side of comparison.</a:t>
            </a:r>
          </a:p>
        </p:txBody>
      </p:sp>
      <p:sp>
        <p:nvSpPr>
          <p:cNvPr id="7" name="Right Column"/>
          <p:cNvSpPr>
            <a:spLocks noGrp="1"/>
          </p:cNvSpPr>
          <p:nvPr>
            <p:ph type="body" idx="2"/>
          </p:nvPr>
        </p:nvSpPr>
        <p:spPr>
          <a:xfrm>
            <a:off x="6263640" y="1737360"/>
            <a:ext cx="5120640" cy="448056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1800" b="0" dirty="0">
                <a:solidFill>
                  <a:srgbClr val="2B2B2B"/>
                </a:solidFill>
                <a:latin typeface="Aptos"/>
                <a:ea typeface="等线"/>
              </a:rPr>
              <a:t>Right column — result, proposed approach, or second side.</a:t>
            </a:r>
          </a:p>
        </p:txBody>
      </p:sp>
      <p:pic>
        <p:nvPicPr>
          <p:cNvPr id="8" name="KCLNL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</p:spPr>
        <p:txBody>
          <a:bodyPr anchor="ctr" lIns="0" rIns="0" tIns="0" bIns="0"/>
          <a:lstStyle>
            <a:lvl1pPr algn="r" marL="0" indent="0">
              <a:buNone/>
            </a:lvl1pPr>
          </a:lstStyle>
          <a:p>
            <a:pPr algn="r" marL="0" indent="0">
              <a:buNone/>
            </a:pPr>
            <a:fld id="{B0C7D12E-1234-5678-90AB-CDEF01234567}" type="slidenum">
              <a:rPr lang="en-US" sz="1000" dirty="0">
                <a:solidFill>
                  <a:srgbClr val="84A59D"/>
                </a:solidFill>
                <a:latin typeface="Aptos"/>
                <a:ea typeface="等线"/>
              </a:rPr>
              <a:t>#</a:t>
            </a:fld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_Aux 1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 Table of Contents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6BD6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KC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0"/>
            <a:ext cx="1291590" cy="640080"/>
          </a:xfrm>
          <a:prstGeom prst="rect">
            <a:avLst/>
          </a:prstGeom>
        </p:spPr>
      </p:pic>
      <p:pic>
        <p:nvPicPr>
          <p:cNvPr id="4" name="KCL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926080"/>
            <a:ext cx="702023" cy="640080"/>
          </a:xfrm>
          <a:prstGeom prst="rect">
            <a:avLst/>
          </a:prstGeom>
        </p:spPr>
      </p:pic>
      <p:pic>
        <p:nvPicPr>
          <p:cNvPr id="5" name="A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3840480"/>
            <a:ext cx="1497136" cy="640080"/>
          </a:xfrm>
          <a:prstGeom prst="rect">
            <a:avLst/>
          </a:prstGeom>
        </p:spPr>
      </p:pic>
      <p:sp>
        <p:nvSpPr>
          <p:cNvPr id="6" name="Title"/>
          <p:cNvSpPr>
            <a:spLocks noGrp="1"/>
          </p:cNvSpPr>
          <p:nvPr>
            <p:ph type="title" idx="0"/>
          </p:nvPr>
        </p:nvSpPr>
        <p:spPr>
          <a:xfrm>
            <a:off x="822960" y="548640"/>
            <a:ext cx="9144000" cy="91440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Aptos Display"/>
                <a:ea typeface="等线 Light"/>
              </a:rPr>
              <a:t>Contents</a:t>
            </a:r>
          </a:p>
        </p:txBody>
      </p:sp>
      <p:cxnSp>
        <p:nvCxnSpPr>
          <p:cNvPr id="7" name="Line"/>
          <p:cNvCxnSpPr/>
          <p:nvPr/>
        </p:nvCxnSpPr>
        <p:spPr>
          <a:xfrm flipH="0" flipV="0">
            <a:off x="868680" y="1508760"/>
            <a:ext cx="1417320" cy="1"/>
          </a:xfrm>
          <a:prstGeom prst="line">
            <a:avLst/>
          </a:prstGeom>
          <a:ln w="25400" cap="rnd">
            <a:solidFill>
              <a:srgbClr val="84A59D"/>
            </a:solidFill>
            <a:round/>
          </a:ln>
        </p:spPr>
      </p:cxnSp>
      <p:sp>
        <p:nvSpPr>
          <p:cNvPr id="8" name="Contents List"/>
          <p:cNvSpPr>
            <a:spLocks noGrp="1"/>
          </p:cNvSpPr>
          <p:nvPr>
            <p:ph type="body" idx="1"/>
          </p:nvPr>
        </p:nvSpPr>
        <p:spPr>
          <a:xfrm>
            <a:off x="822960" y="1828800"/>
            <a:ext cx="8686800" cy="420624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l" marL="0" indent="0">
              <a:buNone/>
            </a:pPr>
            <a:r>
              <a:rPr lang="en-US" sz="2400" b="0" dirty="0">
                <a:solidFill>
                  <a:srgbClr val="2B2B2B"/>
                </a:solidFill>
                <a:latin typeface="Aptos"/>
                <a:ea typeface="等线"/>
              </a:rPr>
              <a:t>01   Introduction</a:t>
            </a:r>
          </a:p>
          <a:p>
            <a:pPr algn="l" marL="0" indent="0">
              <a:buNone/>
            </a:pPr>
            <a:r>
              <a:rPr lang="en-US" sz="2400" b="0" dirty="0">
                <a:solidFill>
                  <a:srgbClr val="2B2B2B"/>
                </a:solidFill>
                <a:latin typeface="Aptos"/>
                <a:ea typeface="等线"/>
              </a:rPr>
              <a:t>02   Related Work</a:t>
            </a:r>
          </a:p>
          <a:p>
            <a:pPr algn="l" marL="0" indent="0">
              <a:buNone/>
            </a:pPr>
            <a:r>
              <a:rPr lang="en-US" sz="2400" b="0" dirty="0">
                <a:solidFill>
                  <a:srgbClr val="2B2B2B"/>
                </a:solidFill>
                <a:latin typeface="Aptos"/>
                <a:ea typeface="等线"/>
              </a:rPr>
              <a:t>03   Method</a:t>
            </a:r>
          </a:p>
          <a:p>
            <a:pPr algn="l" marL="0" indent="0">
              <a:buNone/>
            </a:pPr>
            <a:r>
              <a:rPr lang="en-US" sz="2400" b="0" dirty="0">
                <a:solidFill>
                  <a:srgbClr val="2B2B2B"/>
                </a:solidFill>
                <a:latin typeface="Aptos"/>
                <a:ea typeface="等线"/>
              </a:rPr>
              <a:t>04   Experiments</a:t>
            </a:r>
          </a:p>
          <a:p>
            <a:pPr algn="l" marL="0" indent="0">
              <a:buNone/>
            </a:pPr>
            <a:r>
              <a:rPr lang="en-US" sz="2400" b="0" dirty="0">
                <a:solidFill>
                  <a:srgbClr val="2B2B2B"/>
                </a:solidFill>
                <a:latin typeface="Aptos"/>
                <a:ea typeface="等线"/>
              </a:rPr>
              <a:t>05   Conclusion</a:t>
            </a:r>
          </a:p>
        </p:txBody>
      </p:sp>
      <p:pic>
        <p:nvPicPr>
          <p:cNvPr id="9" name="KCL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300867" cy="274320"/>
          </a:xfrm>
          <a:prstGeom prst="rect">
            <a:avLst/>
          </a:prstGeom>
        </p:spPr>
      </p:pic>
      <p:sp>
        <p:nvSpPr>
          <p:cNvPr id="10" name="TextBox"/>
          <p:cNvSpPr txBox="1"/>
          <p:nvPr/>
        </p:nvSpPr>
        <p:spPr>
          <a:xfrm>
            <a:off x="895227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0" indent="0">
              <a:buNone/>
            </a:pPr>
            <a:r>
              <a:rPr lang="en-US" sz="1000" b="0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  <p:sp>
        <p:nvSpPr>
          <p:cNvPr id="1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</p:spPr>
        <p:txBody>
          <a:bodyPr anchor="ctr" lIns="0" rIns="0" tIns="0" bIns="0"/>
          <a:lstStyle>
            <a:lvl1pPr algn="r" marL="0" indent="0">
              <a:buNone/>
            </a:lvl1pPr>
          </a:lstStyle>
          <a:p>
            <a:pPr algn="r" marL="0" indent="0">
              <a:buNone/>
            </a:pPr>
            <a:fld id="{B0C7D12E-1234-5678-90AB-CDEF01234567}" type="slidenum">
              <a:rPr lang="en-US" sz="1000" dirty="0">
                <a:solidFill>
                  <a:srgbClr val="84A59D"/>
                </a:solidFill>
                <a:latin typeface="Aptos"/>
                <a:ea typeface="等线"/>
              </a:rPr>
              <a:t>#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6 Closing / Thanks">
    <p:bg>
      <p:bgPr>
        <a:solidFill>
          <a:srgbClr val="F6B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2011680" y="1463040"/>
            <a:ext cx="8138160" cy="3200400"/>
          </a:xfrm>
          <a:prstGeom prst="rect">
            <a:avLst/>
          </a:prstGeom>
          <a:solidFill>
            <a:srgbClr val="F7EDE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hanks Title"/>
          <p:cNvSpPr>
            <a:spLocks noGrp="1"/>
          </p:cNvSpPr>
          <p:nvPr>
            <p:ph type="ctrTitle" idx="0"/>
          </p:nvPr>
        </p:nvSpPr>
        <p:spPr>
          <a:xfrm>
            <a:off x="2194560" y="1737360"/>
            <a:ext cx="7772400" cy="1645920"/>
          </a:xfrm>
          <a:prstGeom prst="rect">
            <a:avLst/>
          </a:prstGeom>
        </p:spPr>
        <p:txBody>
          <a:bodyPr wrap="square" anchor="ctr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ctr" marL="0" indent="0">
              <a:buNone/>
            </a:pPr>
            <a:r>
              <a:rPr lang="en-US" sz="7200" b="1" dirty="0">
                <a:solidFill>
                  <a:srgbClr val="F07167"/>
                </a:solidFill>
                <a:latin typeface="Aptos Display"/>
                <a:ea typeface="等线 Light"/>
              </a:rPr>
              <a:t>Thank You</a:t>
            </a:r>
          </a:p>
        </p:txBody>
      </p:sp>
      <p:sp>
        <p:nvSpPr>
          <p:cNvPr id="4" name="Contact"/>
          <p:cNvSpPr>
            <a:spLocks noGrp="1"/>
          </p:cNvSpPr>
          <p:nvPr>
            <p:ph type="subTitle" idx="1"/>
          </p:nvPr>
        </p:nvSpPr>
        <p:spPr>
          <a:xfrm>
            <a:off x="2194560" y="3474720"/>
            <a:ext cx="7772400" cy="109728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algn="ctr" marL="0" indent="0">
              <a:buNone/>
            </a:pPr>
            <a:r>
              <a:rPr lang="en-US" sz="2200" b="0" dirty="0">
                <a:solidFill>
                  <a:srgbClr val="2B2B2B"/>
                </a:solidFill>
                <a:latin typeface="Aptos"/>
                <a:ea typeface="等线"/>
              </a:rPr>
              <a:t>Questions? · name@kcl.ac.uk</a:t>
            </a:r>
          </a:p>
        </p:txBody>
      </p:sp>
      <p:pic>
        <p:nvPicPr>
          <p:cNvPr id="5" name="KC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824" y="5074920"/>
            <a:ext cx="1568359" cy="777240"/>
          </a:xfrm>
          <a:prstGeom prst="rect">
            <a:avLst/>
          </a:prstGeom>
        </p:spPr>
      </p:pic>
      <p:pic>
        <p:nvPicPr>
          <p:cNvPr id="6" name="KCLN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823" y="5074920"/>
            <a:ext cx="852456" cy="777240"/>
          </a:xfrm>
          <a:prstGeom prst="rect">
            <a:avLst/>
          </a:prstGeom>
        </p:spPr>
      </p:pic>
      <p:pic>
        <p:nvPicPr>
          <p:cNvPr id="7" name="A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919" y="5074920"/>
            <a:ext cx="1817951" cy="777240"/>
          </a:xfrm>
          <a:prstGeom prst="rect">
            <a:avLst/>
          </a:prstGeom>
        </p:spPr>
      </p:pic>
      <p:sp>
        <p:nvSpPr>
          <p:cNvPr id="8" name="TextBox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 marL="0" indent="0">
              <a:buNone/>
            </a:pPr>
            <a:r>
              <a:rPr lang="en-US" sz="1200" b="1" i="0" dirty="0">
                <a:solidFill>
                  <a:srgbClr val="84A59D"/>
                </a:solidFill>
                <a:latin typeface="Aptos"/>
                <a:ea typeface="等线"/>
              </a:rPr>
              <a:t>King's College London NLP Group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_Aux 2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_Aux 3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_Aux 4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_Aux 5">
    <p:bg>
      <p:bgPr>
        <a:solidFill>
          <a:srgbClr val="F7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Paper Yellow">
      <a:dk1>
        <a:srgbClr val="2B2B2B"/>
      </a:dk1>
      <a:lt1>
        <a:srgbClr val="FFFFFF"/>
      </a:lt1>
      <a:dk2>
        <a:srgbClr val="2B2B2B"/>
      </a:dk2>
      <a:lt2>
        <a:srgbClr val="F7EDE2"/>
      </a:lt2>
      <a:accent1>
        <a:srgbClr val="F6BD60"/>
      </a:accent1>
      <a:accent2>
        <a:srgbClr val="F07167"/>
      </a:accent2>
      <a:accent3>
        <a:srgbClr val="84A59D"/>
      </a:accent3>
      <a:accent4>
        <a:srgbClr val="FCD5CE"/>
      </a:accent4>
      <a:accent5>
        <a:srgbClr val="F7EDE2"/>
      </a:accent5>
      <a:accent6>
        <a:srgbClr val="AD8A56"/>
      </a:accent6>
      <a:hlink>
        <a:srgbClr val="F07167"/>
      </a:hlink>
      <a:folHlink>
        <a:srgbClr val="84A59D"/>
      </a:folHlink>
    </a:clrScheme>
    <a:fontScheme name="KCLNLP Paper">
      <a:majorFont>
        <a:latin typeface="Aptos Display"/>
        <a:ea typeface=""/>
        <a:cs typeface=""/>
        <a:font script="Hans" typeface="等线 Light"/>
        <a:font script="Hant" typeface="新細明體"/>
        <a:font script="Jpan" typeface="游ゴシック Light"/>
        <a:font script="Hang" typeface="맑은 고딕"/>
      </a:majorFont>
      <a:minorFont>
        <a:latin typeface="Aptos"/>
        <a:ea typeface=""/>
        <a:cs typeface=""/>
        <a:font script="Hans" typeface="等线"/>
        <a:font script="Hant" typeface="新細明體"/>
        <a:font script="Jpan" typeface="游ゴシック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