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2560320"/>
            <a:ext cx="109728" cy="1280160"/>
          </a:xfrm>
          <a:prstGeom prst="rect">
            <a:avLst/>
          </a:prstGeom>
          <a:solidFill>
            <a:srgbClr val="D9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1F1F"/>
                </a:solidFill>
                <a:latin typeface="Calibri"/>
              </a:rPr>
              <a:t>Talk Title Goes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555555"/>
                </a:solidFill>
                <a:latin typeface="Calibri"/>
              </a:rPr>
              <a:t>A concise subtitle or one-line abstract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4572000"/>
            <a:ext cx="1691640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Speaker Name  ·  Affiliation  ·  Month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64327" y="2263140"/>
            <a:ext cx="1463040" cy="54864"/>
          </a:xfrm>
          <a:prstGeom prst="rect">
            <a:avLst/>
          </a:prstGeom>
          <a:solidFill>
            <a:srgbClr val="D9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58318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1F1F1F"/>
                </a:solidFill>
                <a:latin typeface="Calibri"/>
              </a:rPr>
              <a:t>Talk Title Goes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95478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555555"/>
                </a:solidFill>
                <a:latin typeface="Calibri"/>
              </a:rPr>
              <a:t>A concise subtitle or one-line abstract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90007" y="4777740"/>
            <a:ext cx="2011680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0" y="49606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1F1F1F"/>
                </a:solidFill>
                <a:latin typeface="Calibri"/>
              </a:rPr>
              <a:t>Speaker Name  ·  Affiliation  ·  Month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0"/>
            <a:ext cx="7912381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1">
                <a:solidFill>
                  <a:srgbClr val="D94A1C"/>
                </a:solidFill>
                <a:latin typeface="Calibri"/>
              </a:rPr>
              <a:t>Now:  </a:t>
            </a:r>
            <a:r>
              <a:rPr sz="2600" b="1" i="1">
                <a:solidFill>
                  <a:srgbClr val="1F1F1F"/>
                </a:solidFill>
                <a:latin typeface="Calibri"/>
              </a:rPr>
              <a:t>Section heading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288036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0" b="1" i="0">
                <a:solidFill>
                  <a:srgbClr val="D94A1C"/>
                </a:solidFill>
                <a:latin typeface="Calibri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3108960"/>
            <a:ext cx="0" cy="822960"/>
          </a:xfrm>
          <a:prstGeom prst="line">
            <a:avLst/>
          </a:prstGeom>
          <a:ln w="1270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80360" y="288036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1F1F"/>
                </a:solidFill>
                <a:latin typeface="Calibri"/>
              </a:rPr>
              <a:t>Section heading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2062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An optional one-line summary of this 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0"/>
            <a:ext cx="7912381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1">
                <a:solidFill>
                  <a:srgbClr val="D94A1C"/>
                </a:solidFill>
                <a:latin typeface="Calibri"/>
              </a:rPr>
              <a:t>Now:  </a:t>
            </a:r>
            <a:r>
              <a:rPr sz="2600" b="1" i="1">
                <a:solidFill>
                  <a:srgbClr val="1F1F1F"/>
                </a:solidFill>
                <a:latin typeface="Calibri"/>
              </a:rPr>
              <a:t>Slide title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1280160"/>
            <a:ext cx="11185855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Lead with the main claim — what the reader should take away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Supporting detail, ideally a number or concrete example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A second supporting point that extends the first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A fourth line of room — titles live in the header, so the body breathes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Edge case, caveat, or the one thing not to forget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Footer / citation / page note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0"/>
            <a:ext cx="7912381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1">
                <a:solidFill>
                  <a:srgbClr val="D94A1C"/>
                </a:solidFill>
                <a:latin typeface="Calibri"/>
              </a:rPr>
              <a:t>Now:  </a:t>
            </a:r>
            <a:r>
              <a:rPr sz="2600" b="1" i="1">
                <a:solidFill>
                  <a:srgbClr val="1F1F1F"/>
                </a:solidFill>
                <a:latin typeface="Calibri"/>
              </a:rPr>
              <a:t>Slide title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94360" y="1280160"/>
            <a:ext cx="5486400" cy="5120640"/>
          </a:xfrm>
          <a:prstGeom prst="rect">
            <a:avLst/>
          </a:prstGeom>
          <a:noFill/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[ figure / diagram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280160"/>
            <a:ext cx="5242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1F1F"/>
                </a:solidFill>
                <a:latin typeface="Calibri"/>
              </a:rPr>
              <a:t>Caption or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52422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1F1F"/>
                </a:solidFill>
                <a:latin typeface="Calibri"/>
              </a:rPr>
              <a:t>•  Explain what the figure shows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1F1F"/>
                </a:solidFill>
                <a:latin typeface="Calibri"/>
              </a:rPr>
              <a:t>•  Call out the one feature worth noting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1F1F"/>
                </a:solidFill>
                <a:latin typeface="Calibri"/>
              </a:rPr>
              <a:t>•  Relate it back to the slide's main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2880360"/>
            <a:ext cx="109728" cy="1463040"/>
          </a:xfrm>
          <a:prstGeom prst="rect">
            <a:avLst/>
          </a:prstGeom>
          <a:solidFill>
            <a:srgbClr val="D9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F1F1F"/>
                </a:solidFill>
                <a:latin typeface="Calibri"/>
              </a:rPr>
              <a:t>Thank you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343400"/>
            <a:ext cx="1691640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5262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555555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speaker@kcl.ac.uk  ·  kclnlp.github.io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72887" y="2354580"/>
            <a:ext cx="1645920" cy="54864"/>
          </a:xfrm>
          <a:prstGeom prst="rect">
            <a:avLst/>
          </a:prstGeom>
          <a:solidFill>
            <a:srgbClr val="D9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7462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 i="0">
                <a:solidFill>
                  <a:srgbClr val="1F1F1F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748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555555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96062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1F1F1F"/>
                </a:solidFill>
                <a:latin typeface="Calibri"/>
              </a:rPr>
              <a:t>speaker@kcl.ac.uk  ·  kclnlp.github.io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