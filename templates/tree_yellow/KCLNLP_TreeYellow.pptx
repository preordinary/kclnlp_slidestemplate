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560320"/>
            <a:ext cx="109728" cy="128016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F1F1F"/>
                </a:solidFill>
                <a:latin typeface="Calibri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45720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4709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364327" y="2263140"/>
            <a:ext cx="1463040" cy="54864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583180"/>
            <a:ext cx="1219169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>
                <a:solidFill>
                  <a:srgbClr val="1F1F1F"/>
                </a:solidFill>
                <a:latin typeface="Calibri"/>
              </a:rPr>
              <a:t>Talk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95478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555555"/>
                </a:solidFill>
                <a:latin typeface="Calibri"/>
              </a:rPr>
              <a:t>A concise subtitle or one-line abstract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90007" y="4777740"/>
            <a:ext cx="201168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0" y="496062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Calibri"/>
              </a:rPr>
              <a:t>Speaker Name  ·  Affiliation  ·  Month Year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9123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Calibri"/>
              </a:rPr>
              <a:t>Section heading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2880360"/>
            <a:ext cx="16459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 i="0">
                <a:solidFill>
                  <a:srgbClr val="D94A1C"/>
                </a:solidFill>
                <a:latin typeface="Calibri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06040" y="3108960"/>
            <a:ext cx="0" cy="822960"/>
          </a:xfrm>
          <a:prstGeom prst="line">
            <a:avLst/>
          </a:prstGeom>
          <a:ln w="1270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880360" y="288036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1F1F1F"/>
                </a:solidFill>
                <a:latin typeface="Calibri"/>
              </a:rPr>
              <a:t>Section heading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42062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libri"/>
              </a:rPr>
              <a:t>An optional one-line summary of this section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9123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Calibri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1280160"/>
            <a:ext cx="11185855" cy="5074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Lead with the main claim — what the reader should take away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Supporting detail, ideally a number or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A second supporting point that extends the first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A fourth line of room — titles live in the header, so the body breathes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1F1F1F"/>
                </a:solidFill>
                <a:latin typeface="Calibri"/>
              </a:rPr>
              <a:t>•  Edge case, caveat, or the one thing not to forget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111858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Footer / citation / page note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0"/>
            <a:ext cx="7912381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1">
                <a:solidFill>
                  <a:srgbClr val="D94A1C"/>
                </a:solidFill>
                <a:latin typeface="Calibri"/>
              </a:rPr>
              <a:t>Now:  </a:t>
            </a:r>
            <a:r>
              <a:rPr sz="2600" b="1" i="1">
                <a:solidFill>
                  <a:srgbClr val="1F1F1F"/>
                </a:solidFill>
                <a:latin typeface="Calibri"/>
              </a:rPr>
              <a:t>Slide title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  <a:ln w="63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1">
                <a:solidFill>
                  <a:srgbClr val="555555"/>
                </a:solidFill>
                <a:latin typeface="Calibri"/>
              </a:rPr>
              <a:t>[ figure / diagram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280160"/>
            <a:ext cx="52422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F1F1F"/>
                </a:solidFill>
                <a:latin typeface="Calibri"/>
              </a:rPr>
              <a:t>Caption or claim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42255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Explain what the figure shows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Call out the one feature worth noting</a:t>
            </a:r>
          </a:p>
          <a:p>
            <a:pPr algn="l">
              <a:spcAft>
                <a:spcPts val="1000"/>
              </a:spcAft>
            </a:pPr>
            <a:r>
              <a:rPr sz="1800">
                <a:solidFill>
                  <a:srgbClr val="1F1F1F"/>
                </a:solidFill>
                <a:latin typeface="Calibri"/>
              </a:rPr>
              <a:t>•  Relate it back to the slide's main point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880360"/>
            <a:ext cx="109728" cy="1463040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343400"/>
            <a:ext cx="1691640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5262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555555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4924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E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K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181" y="205740"/>
            <a:ext cx="873549" cy="548640"/>
          </a:xfrm>
          <a:prstGeom prst="rect">
            <a:avLst/>
          </a:prstGeom>
        </p:spPr>
      </p:pic>
      <p:pic>
        <p:nvPicPr>
          <p:cNvPr id="4" name="Picture 3" descr="KCLNL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2897" y="205740"/>
            <a:ext cx="603709" cy="548640"/>
          </a:xfrm>
          <a:prstGeom prst="rect">
            <a:avLst/>
          </a:prstGeom>
        </p:spPr>
      </p:pic>
      <p:pic>
        <p:nvPicPr>
          <p:cNvPr id="5" name="Picture 4" descr="Al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774" y="205740"/>
            <a:ext cx="1302442" cy="54864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19050">
            <a:solidFill>
              <a:srgbClr val="D94A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272887" y="2354580"/>
            <a:ext cx="1645920" cy="54864"/>
          </a:xfrm>
          <a:prstGeom prst="rect">
            <a:avLst/>
          </a:prstGeom>
          <a:solidFill>
            <a:srgbClr val="D94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2674620"/>
            <a:ext cx="12191695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600" b="1" i="0">
                <a:solidFill>
                  <a:srgbClr val="1F1F1F"/>
                </a:solidFill>
                <a:latin typeface="Calibri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748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 i="1">
                <a:solidFill>
                  <a:srgbClr val="555555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960620"/>
            <a:ext cx="121916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0">
                <a:solidFill>
                  <a:srgbClr val="1F1F1F"/>
                </a:solidFill>
                <a:latin typeface="Calibri"/>
              </a:rPr>
              <a:t>speaker@kcl.ac.uk  ·  kclnlp.github.io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