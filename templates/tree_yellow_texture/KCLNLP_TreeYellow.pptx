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9356" y="137160"/>
            <a:ext cx="1015723" cy="50292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6246" y="137160"/>
            <a:ext cx="553400" cy="50292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0814" y="137160"/>
            <a:ext cx="1189401" cy="50292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7724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468880"/>
            <a:ext cx="109728" cy="128016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F1F1F"/>
                </a:solidFill>
                <a:latin typeface="Calibri"/>
              </a:rPr>
              <a:t>Talk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707070"/>
                </a:solidFill>
                <a:latin typeface="Calibri"/>
              </a:rPr>
              <a:t>A concise subtitle or one-line abstract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448056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9356" y="137160"/>
            <a:ext cx="1015723" cy="50292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6246" y="137160"/>
            <a:ext cx="553400" cy="50292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0814" y="137160"/>
            <a:ext cx="1189401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Calibri"/>
              </a:rPr>
              <a:t>Now: </a:t>
            </a:r>
            <a:r>
              <a:rPr sz="1600" i="1">
                <a:solidFill>
                  <a:srgbClr val="1F1F1F"/>
                </a:solidFill>
                <a:latin typeface="Calibri"/>
              </a:rPr>
              <a:t>Motivation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77724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" y="274320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D94A1C"/>
                </a:solidFill>
                <a:latin typeface="Calibri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2971800"/>
            <a:ext cx="0" cy="822960"/>
          </a:xfrm>
          <a:prstGeom prst="line">
            <a:avLst/>
          </a:prstGeom>
          <a:ln w="1270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880360" y="292608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1F1F"/>
                </a:solidFill>
                <a:latin typeface="Calibri"/>
              </a:rPr>
              <a:t>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703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707070"/>
                </a:solidFill>
                <a:latin typeface="Calibri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9356" y="137160"/>
            <a:ext cx="1015723" cy="50292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6246" y="137160"/>
            <a:ext cx="553400" cy="50292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0814" y="137160"/>
            <a:ext cx="1189401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Calibri"/>
              </a:rPr>
              <a:t>Now: </a:t>
            </a:r>
            <a:r>
              <a:rPr sz="1600" i="1">
                <a:solidFill>
                  <a:srgbClr val="1F1F1F"/>
                </a:solidFill>
                <a:latin typeface="Calibri"/>
              </a:rPr>
              <a:t>Motivation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77724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261872"/>
            <a:ext cx="109728" cy="64008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887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F1F1F"/>
                </a:solidFill>
                <a:latin typeface="Calibri"/>
              </a:rPr>
              <a:t>Slide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10972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Edge case, caveat, or the one thing not to forget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9356" y="137160"/>
            <a:ext cx="1015723" cy="50292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6246" y="137160"/>
            <a:ext cx="553400" cy="50292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0814" y="137160"/>
            <a:ext cx="1189401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Calibri"/>
              </a:rPr>
              <a:t>Now: </a:t>
            </a:r>
            <a:r>
              <a:rPr sz="1600" i="1">
                <a:solidFill>
                  <a:srgbClr val="1F1F1F"/>
                </a:solidFill>
                <a:latin typeface="Calibri"/>
              </a:rPr>
              <a:t>Motivation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77724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261872"/>
            <a:ext cx="109728" cy="64008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887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F1F1F"/>
                </a:solidFill>
                <a:latin typeface="Calibri"/>
              </a:rPr>
              <a:t>Figure or image + 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94560"/>
            <a:ext cx="5303520" cy="3931920"/>
          </a:xfrm>
          <a:prstGeom prst="rect">
            <a:avLst/>
          </a:prstGeom>
          <a:noFill/>
          <a:ln w="6350">
            <a:solidFill>
              <a:srgbClr val="7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530352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1">
                <a:solidFill>
                  <a:srgbClr val="707070"/>
                </a:solidFill>
                <a:latin typeface="Calibri"/>
              </a:rPr>
              <a:t>[ figure / diagram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94560"/>
            <a:ext cx="5242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F1F1F"/>
                </a:solidFill>
                <a:latin typeface="Calibri"/>
              </a:rPr>
              <a:t>Caption or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834640"/>
            <a:ext cx="5242255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9356" y="137160"/>
            <a:ext cx="1015723" cy="50292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6246" y="137160"/>
            <a:ext cx="553400" cy="50292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0814" y="137160"/>
            <a:ext cx="1189401" cy="50292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7724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880360"/>
            <a:ext cx="109728" cy="146304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F1F1F"/>
                </a:solidFill>
                <a:latin typeface="Calibri"/>
              </a:rPr>
              <a:t>Thank you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3434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5262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70707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