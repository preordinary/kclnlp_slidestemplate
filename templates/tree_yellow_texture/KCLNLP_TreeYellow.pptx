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chm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ree_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096" y="1520191"/>
            <a:ext cx="7360919" cy="5520689"/>
          </a:xfrm>
          <a:prstGeom prst="rect">
            <a:avLst/>
          </a:prstGeom>
        </p:spPr>
      </p:pic>
      <p:pic>
        <p:nvPicPr>
          <p:cNvPr id="4" name="Picture 3" descr="KC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8804" y="128016"/>
            <a:ext cx="775643" cy="384048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10156742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KCLNL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9038" y="128016"/>
            <a:ext cx="422596" cy="3840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43930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6226" y="128016"/>
            <a:ext cx="908270" cy="384048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457200" y="667512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2011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1">
                <a:solidFill>
                  <a:srgbClr val="8A6A2E"/>
                </a:solidFill>
                <a:latin typeface="Calibri"/>
              </a:rPr>
              <a:t>KCL NLP  ·  Research Talk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2B1F12"/>
                </a:solidFill>
                <a:latin typeface="Georgia"/>
              </a:rPr>
              <a:t>Talk Title Goes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6E5A3C"/>
                </a:solidFill>
                <a:latin typeface="Georgia"/>
              </a:rPr>
              <a:t>A concise subtitle or one-line abstract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4663440"/>
            <a:ext cx="1645920" cy="0"/>
          </a:xfrm>
          <a:prstGeom prst="line">
            <a:avLst/>
          </a:prstGeom>
          <a:ln w="1905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754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B1F12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chm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ree_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4320" y="2240280"/>
            <a:ext cx="6400800" cy="4800600"/>
          </a:xfrm>
          <a:prstGeom prst="rect">
            <a:avLst/>
          </a:prstGeom>
        </p:spPr>
      </p:pic>
      <p:pic>
        <p:nvPicPr>
          <p:cNvPr id="4" name="Picture 3" descr="KC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8804" y="128016"/>
            <a:ext cx="775643" cy="384048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10156742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KCLNL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9038" y="128016"/>
            <a:ext cx="422596" cy="3840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43930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6226" y="128016"/>
            <a:ext cx="908270" cy="384048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457200" y="667512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931920" y="2468880"/>
            <a:ext cx="1463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C8963E"/>
                </a:solidFill>
                <a:latin typeface="Georgia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2880360"/>
            <a:ext cx="0" cy="1280160"/>
          </a:xfrm>
          <a:prstGeom prst="line">
            <a:avLst/>
          </a:prstGeom>
          <a:ln w="127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760720" y="269748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B1F12"/>
                </a:solidFill>
                <a:latin typeface="Georgia"/>
              </a:rPr>
              <a:t>Motivation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65760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6E5A3C"/>
                </a:solidFill>
                <a:latin typeface="Calibri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chm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4" y="128016"/>
            <a:ext cx="775643" cy="384048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10156742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KCLNL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9038" y="128016"/>
            <a:ext cx="422596" cy="38404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10743930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6226" y="128016"/>
            <a:ext cx="908270" cy="38404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457200" y="667512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7472" y="868680"/>
            <a:ext cx="0" cy="5532120"/>
          </a:xfrm>
          <a:prstGeom prst="line">
            <a:avLst/>
          </a:prstGeom>
          <a:ln w="1270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 rot="1500000">
            <a:off x="274320" y="3552444"/>
            <a:ext cx="146304" cy="201168"/>
          </a:xfrm>
          <a:prstGeom prst="ellipse">
            <a:avLst/>
          </a:prstGeom>
          <a:solidFill>
            <a:srgbClr val="6B7A3E"/>
          </a:solidFill>
          <a:ln w="4000">
            <a:solidFill>
              <a:srgbClr val="8A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9144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B1F12"/>
                </a:solidFill>
                <a:latin typeface="Georgia"/>
              </a:rPr>
              <a:t>Slide title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1691640"/>
            <a:ext cx="822960" cy="0"/>
          </a:xfrm>
          <a:prstGeom prst="line">
            <a:avLst/>
          </a:prstGeom>
          <a:ln w="1270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1965960"/>
            <a:ext cx="10698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2B1F12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B1F12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B1F12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2B1F12"/>
                </a:solidFill>
                <a:latin typeface="Calibri"/>
              </a:rPr>
              <a:t>•  Edge case, caveat, or the one thing not to forget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E5A3C"/>
                </a:solidFill>
                <a:latin typeface="Calibri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chm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4" y="128016"/>
            <a:ext cx="775643" cy="384048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10156742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KCLNL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9038" y="128016"/>
            <a:ext cx="422596" cy="38404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10743930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6226" y="128016"/>
            <a:ext cx="908270" cy="384048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457200" y="667512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7472" y="868680"/>
            <a:ext cx="0" cy="5532120"/>
          </a:xfrm>
          <a:prstGeom prst="line">
            <a:avLst/>
          </a:prstGeom>
          <a:ln w="1270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 rot="1500000">
            <a:off x="274320" y="3552444"/>
            <a:ext cx="146304" cy="201168"/>
          </a:xfrm>
          <a:prstGeom prst="ellipse">
            <a:avLst/>
          </a:prstGeom>
          <a:solidFill>
            <a:srgbClr val="6B7A3E"/>
          </a:solidFill>
          <a:ln w="4000">
            <a:solidFill>
              <a:srgbClr val="8A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9144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B1F12"/>
                </a:solidFill>
                <a:latin typeface="Georgia"/>
              </a:rPr>
              <a:t>Figure or image + text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1691640"/>
            <a:ext cx="822960" cy="0"/>
          </a:xfrm>
          <a:prstGeom prst="line">
            <a:avLst/>
          </a:prstGeom>
          <a:ln w="1270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solidFill>
            <a:srgbClr val="ECDFC3"/>
          </a:solidFill>
          <a:ln w="9525">
            <a:solidFill>
              <a:srgbClr val="8A6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6E5A3C"/>
                </a:solidFill>
                <a:latin typeface="Calibri"/>
              </a:rPr>
              <a:t>[ figure / diagram 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2194560"/>
            <a:ext cx="0" cy="3840480"/>
          </a:xfrm>
          <a:prstGeom prst="line">
            <a:avLst/>
          </a:prstGeom>
          <a:ln w="9525">
            <a:solidFill>
              <a:srgbClr val="6B7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92240" y="201168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B1F12"/>
                </a:solidFill>
                <a:latin typeface="Georgia"/>
              </a:rPr>
              <a:t>Caption or claim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524225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2B1F12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B1F12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2B1F12"/>
                </a:solidFill>
                <a:latin typeface="Calibri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chm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ree_bra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055" y="1280160"/>
            <a:ext cx="7680960" cy="5760720"/>
          </a:xfrm>
          <a:prstGeom prst="rect">
            <a:avLst/>
          </a:prstGeom>
        </p:spPr>
      </p:pic>
      <p:pic>
        <p:nvPicPr>
          <p:cNvPr id="4" name="Picture 3" descr="KC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8804" y="128016"/>
            <a:ext cx="775643" cy="384048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10156742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KCLNL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9038" y="128016"/>
            <a:ext cx="422596" cy="3840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43930" y="182880"/>
            <a:ext cx="0" cy="274320"/>
          </a:xfrm>
          <a:prstGeom prst="line">
            <a:avLst/>
          </a:prstGeom>
          <a:ln w="4000">
            <a:solidFill>
              <a:srgbClr val="8A6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6226" y="128016"/>
            <a:ext cx="908270" cy="384048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457200" y="667512"/>
            <a:ext cx="11277295" cy="0"/>
          </a:xfrm>
          <a:prstGeom prst="line">
            <a:avLst/>
          </a:prstGeom>
          <a:ln w="9525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256032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2B1F12"/>
                </a:solidFill>
                <a:latin typeface="Georgia"/>
              </a:rPr>
              <a:t>Thank you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3931920"/>
            <a:ext cx="1645920" cy="0"/>
          </a:xfrm>
          <a:prstGeom prst="line">
            <a:avLst/>
          </a:prstGeom>
          <a:ln w="19050">
            <a:solidFill>
              <a:srgbClr val="C896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4114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6E5A3C"/>
                </a:solidFill>
                <a:latin typeface="Georgia"/>
              </a:rPr>
              <a:t>Questions &amp;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B1F12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