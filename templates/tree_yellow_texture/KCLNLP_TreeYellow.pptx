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94360" y="2560320"/>
            <a:ext cx="109728" cy="1280160"/>
          </a:xfrm>
          <a:prstGeom prst="rect">
            <a:avLst/>
          </a:prstGeom>
          <a:solidFill>
            <a:srgbClr val="D94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1F1F1F"/>
                </a:solidFill>
                <a:latin typeface="Calibri"/>
              </a:rPr>
              <a:t>Talk Title Goes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555555"/>
                </a:solidFill>
                <a:latin typeface="Calibri"/>
              </a:rPr>
              <a:t>A concise subtitle or one-line abstract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4572000"/>
            <a:ext cx="1691640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47091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  <a:latin typeface="Calibri"/>
              </a:rPr>
              <a:t>Speaker Name  ·  Affiliation  ·  Month Year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0"/>
            <a:ext cx="768278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1">
                <a:solidFill>
                  <a:srgbClr val="D94A1C"/>
                </a:solidFill>
                <a:latin typeface="Calibri"/>
              </a:rPr>
              <a:t>Now:  </a:t>
            </a:r>
            <a:r>
              <a:rPr sz="2600" b="1" i="1">
                <a:solidFill>
                  <a:srgbClr val="1F1F1F"/>
                </a:solidFill>
                <a:latin typeface="Calibri"/>
              </a:rPr>
              <a:t>Section heading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68680" y="2880360"/>
            <a:ext cx="164592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 i="0">
                <a:solidFill>
                  <a:srgbClr val="D94A1C"/>
                </a:solidFill>
                <a:latin typeface="Calibri"/>
              </a:rPr>
              <a:t>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06040" y="3108960"/>
            <a:ext cx="0" cy="822960"/>
          </a:xfrm>
          <a:prstGeom prst="line">
            <a:avLst/>
          </a:prstGeom>
          <a:ln w="1270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880360" y="2880360"/>
            <a:ext cx="73152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>
                <a:solidFill>
                  <a:srgbClr val="1F1F1F"/>
                </a:solidFill>
                <a:latin typeface="Calibri"/>
              </a:rPr>
              <a:t>Section heading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42062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555555"/>
                </a:solidFill>
                <a:latin typeface="Calibri"/>
              </a:rPr>
              <a:t>An optional one-line summary of this section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0"/>
            <a:ext cx="768278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1">
                <a:solidFill>
                  <a:srgbClr val="D94A1C"/>
                </a:solidFill>
                <a:latin typeface="Calibri"/>
              </a:rPr>
              <a:t>Now:  </a:t>
            </a:r>
            <a:r>
              <a:rPr sz="2600" b="1" i="1">
                <a:solidFill>
                  <a:srgbClr val="1F1F1F"/>
                </a:solidFill>
                <a:latin typeface="Calibri"/>
              </a:rPr>
              <a:t>Slide title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94360" y="1280160"/>
            <a:ext cx="1118585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libri"/>
              </a:rPr>
              <a:t>•  Lead with the main claim — what the reader should take away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libri"/>
              </a:rPr>
              <a:t>•  Supporting detail, ideally a number or concrete example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libri"/>
              </a:rPr>
              <a:t>•  A second supporting point that extends the first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libri"/>
              </a:rPr>
              <a:t>•  A fourth line of room — titles live in the header, so the body breathes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libri"/>
              </a:rPr>
              <a:t>•  Edge case, caveat, or the one thing not to forget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46520"/>
            <a:ext cx="111858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Footer / citation / page note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0"/>
            <a:ext cx="768278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1">
                <a:solidFill>
                  <a:srgbClr val="D94A1C"/>
                </a:solidFill>
                <a:latin typeface="Calibri"/>
              </a:rPr>
              <a:t>Now:  </a:t>
            </a:r>
            <a:r>
              <a:rPr sz="2600" b="1" i="1">
                <a:solidFill>
                  <a:srgbClr val="1F1F1F"/>
                </a:solidFill>
                <a:latin typeface="Calibri"/>
              </a:rPr>
              <a:t>Slide title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94360" y="1280160"/>
            <a:ext cx="5486400" cy="5120640"/>
          </a:xfrm>
          <a:prstGeom prst="rect">
            <a:avLst/>
          </a:prstGeom>
          <a:noFill/>
          <a:ln w="63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80160"/>
            <a:ext cx="548640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1">
                <a:solidFill>
                  <a:srgbClr val="555555"/>
                </a:solidFill>
                <a:latin typeface="Calibri"/>
              </a:rPr>
              <a:t>[ figure / diagram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280160"/>
            <a:ext cx="52422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1F1F"/>
                </a:solidFill>
                <a:latin typeface="Calibri"/>
              </a:rPr>
              <a:t>Caption or claim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011680"/>
            <a:ext cx="5242255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Explain what the figure shows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Call out the one feature worth noting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Relate it back to the slide's main point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94360" y="2880360"/>
            <a:ext cx="109728" cy="1463040"/>
          </a:xfrm>
          <a:prstGeom prst="rect">
            <a:avLst/>
          </a:prstGeom>
          <a:solidFill>
            <a:srgbClr val="D94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F1F1F"/>
                </a:solidFill>
                <a:latin typeface="Calibri"/>
              </a:rPr>
              <a:t>Thank you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4343400"/>
            <a:ext cx="1691640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" y="45262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555555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34924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  <a:latin typeface="Calibri"/>
              </a:rPr>
              <a:t>speaker@kcl.ac.uk  ·  kclnlp.github.io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