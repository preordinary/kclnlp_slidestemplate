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560320"/>
            <a:ext cx="109728" cy="1280160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F1F1F"/>
                </a:solidFill>
                <a:latin typeface="Georgia"/>
              </a:rPr>
              <a:t>Talk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707070"/>
                </a:solidFill>
                <a:latin typeface="Cambria"/>
              </a:rPr>
              <a:t>A concise subtitle or one-line abstract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4572000"/>
            <a:ext cx="1691640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4709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mbria"/>
              </a:rPr>
              <a:t>Speaker Name  ·  Affiliation  ·  Month Year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6827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Georgia"/>
              </a:rPr>
              <a:t>Now:  </a:t>
            </a:r>
            <a:r>
              <a:rPr sz="2600" b="1">
                <a:solidFill>
                  <a:srgbClr val="1F1F1F"/>
                </a:solidFill>
                <a:latin typeface="Georgia"/>
              </a:rPr>
              <a:t>Section heading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68680" y="2880360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 i="0">
                <a:solidFill>
                  <a:srgbClr val="D94A1C"/>
                </a:solidFill>
                <a:latin typeface="Georgia"/>
              </a:rPr>
              <a:t>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06040" y="3108960"/>
            <a:ext cx="0" cy="822960"/>
          </a:xfrm>
          <a:prstGeom prst="line">
            <a:avLst/>
          </a:prstGeom>
          <a:ln w="1270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880360" y="288036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1F1F1F"/>
                </a:solidFill>
                <a:latin typeface="Georgia"/>
              </a:rPr>
              <a:t>Section heading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42062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707070"/>
                </a:solidFill>
                <a:latin typeface="Cambria"/>
              </a:rPr>
              <a:t>An optional one-line summary of this section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6827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Georgia"/>
              </a:rPr>
              <a:t>Now:  </a:t>
            </a:r>
            <a:r>
              <a:rPr sz="2600" b="1">
                <a:solidFill>
                  <a:srgbClr val="1F1F1F"/>
                </a:solidFill>
                <a:latin typeface="Georgia"/>
              </a:rPr>
              <a:t>Slide title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60" y="1280160"/>
            <a:ext cx="1118585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Lead with the main claim — what the reader should take away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Supporting detail, ideally a number or concrete example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A second supporting point that extends the first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A fourth line of room — titles live in the header, so the body breathes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Edge case, caveat, or the one thing not to forget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92240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mbria"/>
              </a:rPr>
              <a:t>Footer / citation / page note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6827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Georgia"/>
              </a:rPr>
              <a:t>Now:  </a:t>
            </a:r>
            <a:r>
              <a:rPr sz="2600" b="1">
                <a:solidFill>
                  <a:srgbClr val="1F1F1F"/>
                </a:solidFill>
                <a:latin typeface="Georgia"/>
              </a:rPr>
              <a:t>Slide title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94360" y="1280160"/>
            <a:ext cx="5486400" cy="5120640"/>
          </a:xfrm>
          <a:prstGeom prst="rect">
            <a:avLst/>
          </a:prstGeom>
          <a:noFill/>
          <a:ln w="6350">
            <a:solidFill>
              <a:srgbClr val="707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80160"/>
            <a:ext cx="548640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1">
                <a:solidFill>
                  <a:srgbClr val="707070"/>
                </a:solidFill>
                <a:latin typeface="Cambria"/>
              </a:rPr>
              <a:t>[ figure / diagram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280160"/>
            <a:ext cx="5242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1F1F"/>
                </a:solidFill>
                <a:latin typeface="Georgia"/>
              </a:rPr>
              <a:t>Caption or claim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5242255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>
                <a:solidFill>
                  <a:srgbClr val="1F1F1F"/>
                </a:solidFill>
                <a:latin typeface="Cambria"/>
              </a:rPr>
              <a:t>•  Explain what the figure shows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1F1F1F"/>
                </a:solidFill>
                <a:latin typeface="Cambria"/>
              </a:rPr>
              <a:t>•  Call out the one feature worth noting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1F1F1F"/>
                </a:solidFill>
                <a:latin typeface="Cambria"/>
              </a:rPr>
              <a:t>•  Relate it back to the slide's main point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880360"/>
            <a:ext cx="109728" cy="1463040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F1F1F"/>
                </a:solidFill>
                <a:latin typeface="Georgia"/>
              </a:rPr>
              <a:t>Thank you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4343400"/>
            <a:ext cx="1691640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45262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707070"/>
                </a:solidFill>
                <a:latin typeface="Cambria"/>
              </a:rPr>
              <a:t>Questions &amp; discussion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57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mbria"/>
              </a:rPr>
              <a:t>speaker@kcl.ac.uk  ·  kclnlp.github.io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