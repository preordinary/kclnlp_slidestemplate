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560320"/>
            <a:ext cx="109728" cy="128016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F1F1F"/>
                </a:solidFill>
                <a:latin typeface="Georgia"/>
              </a:rPr>
              <a:t>Talk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707070"/>
                </a:solidFill>
                <a:latin typeface="Cambria"/>
              </a:rPr>
              <a:t>A concise subtitle or one-line abstract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45720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mbria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Motivation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" y="292608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D94A1C"/>
                </a:solidFill>
                <a:latin typeface="Georgia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3154680"/>
            <a:ext cx="0" cy="822960"/>
          </a:xfrm>
          <a:prstGeom prst="line">
            <a:avLst/>
          </a:prstGeom>
          <a:ln w="1270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880360" y="310896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F1F1F"/>
                </a:solidFill>
                <a:latin typeface="Georgia"/>
              </a:rPr>
              <a:t>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886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707070"/>
                </a:solidFill>
                <a:latin typeface="Cambria"/>
              </a:rPr>
              <a:t>An optional one-line summary of this section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Why retrieval is hard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1280160"/>
            <a:ext cx="1118585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A fourth line of room — titles live in the header, so the body breathes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mbria"/>
              </a:rPr>
              <a:t>•  Edge case, caveat, or the one thing not to forget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92240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mbria"/>
              </a:rPr>
              <a:t>Footer / citation / page note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6827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Georgia"/>
              </a:rPr>
              <a:t>Now:  </a:t>
            </a:r>
            <a:r>
              <a:rPr sz="2600" b="1">
                <a:solidFill>
                  <a:srgbClr val="1F1F1F"/>
                </a:solidFill>
                <a:latin typeface="Georgia"/>
              </a:rPr>
              <a:t>Model architecture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  <a:ln w="6350">
            <a:solidFill>
              <a:srgbClr val="707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1">
                <a:solidFill>
                  <a:srgbClr val="707070"/>
                </a:solidFill>
                <a:latin typeface="Cambria"/>
              </a:rPr>
              <a:t>[ figure / diagram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280160"/>
            <a:ext cx="5242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1F1F"/>
                </a:solidFill>
                <a:latin typeface="Georgia"/>
              </a:rPr>
              <a:t>Caption or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42255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1F1F1F"/>
                </a:solidFill>
                <a:latin typeface="Cambria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1F1F1F"/>
                </a:solidFill>
                <a:latin typeface="Cambria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1700">
                <a:solidFill>
                  <a:srgbClr val="1F1F1F"/>
                </a:solidFill>
                <a:latin typeface="Cambria"/>
              </a:rPr>
              <a:t>•  Relate it back to the slide's main point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581" y="205740"/>
            <a:ext cx="1108061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810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2687" y="205740"/>
            <a:ext cx="1297528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880360"/>
            <a:ext cx="109728" cy="146304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F1F1F"/>
                </a:solidFill>
                <a:latin typeface="Georgia"/>
              </a:rPr>
              <a:t>Thank you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3434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5262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707070"/>
                </a:solidFill>
                <a:latin typeface="Cambria"/>
              </a:rPr>
              <a:t>Questions &amp; 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57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1F"/>
                </a:solidFill>
                <a:latin typeface="Cambria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