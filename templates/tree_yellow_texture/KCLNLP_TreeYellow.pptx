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763" y="201168"/>
            <a:ext cx="831046" cy="41148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688" y="201168"/>
            <a:ext cx="452782" cy="41148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49" y="201168"/>
            <a:ext cx="973146" cy="41148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57200" y="777240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2468880"/>
            <a:ext cx="109728" cy="128016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F1F1F"/>
                </a:solidFill>
                <a:latin typeface="Calibri"/>
              </a:rPr>
              <a:t>Talk Title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490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707070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4480560"/>
            <a:ext cx="1691640" cy="0"/>
          </a:xfrm>
          <a:prstGeom prst="line">
            <a:avLst/>
          </a:prstGeom>
          <a:ln w="190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6012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763" y="201168"/>
            <a:ext cx="831046" cy="41148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688" y="201168"/>
            <a:ext cx="452782" cy="41148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49" y="201168"/>
            <a:ext cx="973146" cy="41148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57200" y="777240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74320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C8963E"/>
                </a:solidFill>
                <a:latin typeface="Calibri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2971800"/>
            <a:ext cx="0" cy="822960"/>
          </a:xfrm>
          <a:prstGeom prst="line">
            <a:avLst/>
          </a:prstGeom>
          <a:ln w="1270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26080" y="292608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1F1F"/>
                </a:solidFill>
                <a:latin typeface="Calibri"/>
              </a:rPr>
              <a:t>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763" y="201168"/>
            <a:ext cx="831046" cy="41148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688" y="201168"/>
            <a:ext cx="452782" cy="41148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49" y="201168"/>
            <a:ext cx="973146" cy="41148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57200" y="777240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1078992"/>
            <a:ext cx="109728" cy="64008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874520"/>
            <a:ext cx="10911535" cy="0"/>
          </a:xfrm>
          <a:prstGeom prst="line">
            <a:avLst/>
          </a:prstGeom>
          <a:ln w="63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148840"/>
            <a:ext cx="10972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763" y="201168"/>
            <a:ext cx="831046" cy="41148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688" y="201168"/>
            <a:ext cx="452782" cy="41148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49" y="201168"/>
            <a:ext cx="973146" cy="41148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57200" y="777240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1078992"/>
            <a:ext cx="109728" cy="64008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F1F1F"/>
                </a:solidFill>
                <a:latin typeface="Calibri"/>
              </a:rPr>
              <a:t>Figure or image + text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874520"/>
            <a:ext cx="10911535" cy="0"/>
          </a:xfrm>
          <a:prstGeom prst="line">
            <a:avLst/>
          </a:prstGeom>
          <a:ln w="63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148840"/>
            <a:ext cx="5303520" cy="4114800"/>
          </a:xfrm>
          <a:prstGeom prst="rect">
            <a:avLst/>
          </a:prstGeom>
          <a:noFill/>
          <a:ln w="6350">
            <a:solidFill>
              <a:srgbClr val="7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707070"/>
                </a:solidFill>
                <a:latin typeface="Calibri"/>
              </a:rPr>
              <a:t>[ figure / diagram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5150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1F1F"/>
                </a:solidFill>
                <a:latin typeface="Calibri"/>
              </a:rPr>
              <a:t>Caption or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5150815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763" y="201168"/>
            <a:ext cx="831046" cy="411480"/>
          </a:xfrm>
          <a:prstGeom prst="rect">
            <a:avLst/>
          </a:prstGeom>
        </p:spPr>
      </p:pic>
      <p:pic>
        <p:nvPicPr>
          <p:cNvPr id="3" name="Picture 2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688" y="201168"/>
            <a:ext cx="452782" cy="411480"/>
          </a:xfrm>
          <a:prstGeom prst="rect">
            <a:avLst/>
          </a:prstGeom>
        </p:spPr>
      </p:pic>
      <p:pic>
        <p:nvPicPr>
          <p:cNvPr id="4" name="Picture 3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1349" y="201168"/>
            <a:ext cx="973146" cy="41148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457200" y="777240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2880360"/>
            <a:ext cx="109728" cy="1463040"/>
          </a:xfrm>
          <a:prstGeom prst="rect">
            <a:avLst/>
          </a:prstGeom>
          <a:solidFill>
            <a:srgbClr val="C8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0120" y="4343400"/>
            <a:ext cx="1691640" cy="0"/>
          </a:xfrm>
          <a:prstGeom prst="line">
            <a:avLst/>
          </a:prstGeom>
          <a:ln w="190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0120" y="4526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