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560320"/>
            <a:ext cx="109728" cy="128016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F1F1F"/>
                </a:solidFill>
                <a:latin typeface="Georgia"/>
              </a:rPr>
              <a:t>Talk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707070"/>
                </a:solidFill>
                <a:latin typeface="Cambria"/>
              </a:rPr>
              <a:t>A concise subtitle or one-line abstract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45720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4709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mbria"/>
              </a:rPr>
              <a:t>Speaker Name  ·  Affiliation  ·  Month Year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>
                <a:solidFill>
                  <a:srgbClr val="1F1F1F"/>
                </a:solidFill>
                <a:latin typeface="Georgia"/>
              </a:rPr>
              <a:t>Section heading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" y="292608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D94A1C"/>
                </a:solidFill>
                <a:latin typeface="Georgia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06040" y="3154680"/>
            <a:ext cx="0" cy="822960"/>
          </a:xfrm>
          <a:prstGeom prst="line">
            <a:avLst/>
          </a:prstGeom>
          <a:ln w="1270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880360" y="310896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F1F1F"/>
                </a:solidFill>
                <a:latin typeface="Georgia"/>
              </a:rPr>
              <a:t>Section heading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886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707070"/>
                </a:solidFill>
                <a:latin typeface="Cambria"/>
              </a:rPr>
              <a:t>An optional one-line summary of this section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>
                <a:solidFill>
                  <a:srgbClr val="1F1F1F"/>
                </a:solidFill>
                <a:latin typeface="Georgia"/>
              </a:rPr>
              <a:t>Slide title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1280160"/>
            <a:ext cx="1118585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Lead with the main claim — what the reader should take away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Supporting detail, ideally a number or concrete example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A second supporting point that extends the first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A fourth line of room — titles live in the header, so the body breathes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Edge case, caveat, or the one thing not to forget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92240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mbria"/>
              </a:rPr>
              <a:t>Footer / citation / page note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>
                <a:solidFill>
                  <a:srgbClr val="1F1F1F"/>
                </a:solidFill>
                <a:latin typeface="Georgia"/>
              </a:rPr>
              <a:t>Slide title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  <a:ln w="6350">
            <a:solidFill>
              <a:srgbClr val="70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1">
                <a:solidFill>
                  <a:srgbClr val="707070"/>
                </a:solidFill>
                <a:latin typeface="Cambria"/>
              </a:rPr>
              <a:t>[ figure / diagram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280160"/>
            <a:ext cx="5242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1F1F"/>
                </a:solidFill>
                <a:latin typeface="Georgia"/>
              </a:rPr>
              <a:t>Caption or 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42255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>
                <a:solidFill>
                  <a:srgbClr val="1F1F1F"/>
                </a:solidFill>
                <a:latin typeface="Cambria"/>
              </a:rPr>
              <a:t>•  Explain what the figure shows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1F1F1F"/>
                </a:solidFill>
                <a:latin typeface="Cambria"/>
              </a:rPr>
              <a:t>•  Call out the one feature worth noting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1F1F1F"/>
                </a:solidFill>
                <a:latin typeface="Cambria"/>
              </a:rPr>
              <a:t>•  Relate it back to the slide's main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880360"/>
            <a:ext cx="109728" cy="146304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F1F1F"/>
                </a:solidFill>
                <a:latin typeface="Georgia"/>
              </a:rPr>
              <a:t>Thank you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3434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45262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707070"/>
                </a:solidFill>
                <a:latin typeface="Cambria"/>
              </a:rPr>
              <a:t>Questions &amp; discussion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57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mbria"/>
              </a:rPr>
              <a:t>speaker@kcl.ac.uk  ·  kclnlp.github.io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